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791A8CB7-A482-493C-B761-4CAEA207A4C1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sales_insights_dashboard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34EA377D-E9A8-4128-9B79-CEB5DCA239A8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28-12-2025 19:49:18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1" id="2" name="slide2">
            <a:extLst>
              <a:ext uri="{FF2B5EF4-FFF2-40B4-BE49-F238E27FC236}">
                <a16:creationId xmlns:a16="http://schemas.microsoft.com/office/drawing/2014/main" id="{CD627C11-3072-4B48-9698-01127C49E61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2025-12-28T14:19:18Z</dcterms:created>
  <dcterms:modified xsi:type="dcterms:W3CDTF">2025-12-28T14:19:18Z</dcterms:modified>
</cp:coreProperties>
</file>